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3B5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SCIENCE RESEARCH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Athletic Performance?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the Physical and Training Factors Associated With Performance in College Athletes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college athletes  •  8 sports  •  18 variables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Science Research Project  |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physical and training characteristics best predict athletic performance?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984248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sprint speed will be associated with higher performance.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07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825496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muscular strength will be associated with higher performance.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64845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484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666744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endurance will be associated with higher performance.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48970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89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507992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frequency and intensity will show positive associations with performance.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533095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30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534924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important physical predictors will differ between sports.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2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 College Athletes, 8 Sports, 18 Variables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4505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7F8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7830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37560" y="24505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7F8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7830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26480" y="24505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variables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7F8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7830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915400" y="24505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tiers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analyzed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Physical: 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speed, running time, jumping ability, flexibility, muscular strength, endurance
</a:t>
            </a:r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Physiological: 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heart rate
</a:t>
            </a:r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duration, activity intensity, weekly frequency
</a:t>
            </a:r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Demographic: 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height, weight, BMI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approach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384048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correlations (ordinal outcome)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Kruskal–Wallis group comparisons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Sport-by-sport predictor comparison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logistic regression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2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3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Explosive power — not training volume — drives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speed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0" y="2249424"/>
            <a:ext cx="7463028" cy="347472"/>
          </a:xfrm>
          <a:prstGeom prst="roundRect">
            <a:avLst>
              <a:gd name="adj" fmla="val 13158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1074908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077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Muscular strength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2962656"/>
            <a:ext cx="6957060" cy="347472"/>
          </a:xfrm>
          <a:prstGeom prst="roundRect">
            <a:avLst>
              <a:gd name="adj" fmla="val 13158"/>
            </a:avLst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10568940" y="29077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6210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 ability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3675888"/>
            <a:ext cx="6577584" cy="347472"/>
          </a:xfrm>
          <a:prstGeom prst="roundRect">
            <a:avLst>
              <a:gd name="adj" fmla="val 13158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10189464" y="362102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3342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0" y="4389120"/>
            <a:ext cx="3794760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433425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0474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duration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74720" y="5102352"/>
            <a:ext cx="1770888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382768" y="504748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080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Spearman's ρ with performance rank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2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ATTRIBUTES &amp; 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top predictor rises monotonically with performance tier</a:t>
            </a:r>
            <a:endParaRPr lang="en-US" sz="2200" dirty="0"/>
          </a:p>
        </p:txBody>
      </p:sp>
      <p:pic>
        <p:nvPicPr>
          <p:cNvPr id="4" name="Image 0" descr="/home/claude/analysis/figures/fig2_boxplots_top_predict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508760"/>
            <a:ext cx="8229600" cy="5166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2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SPEED–STRENGTH CONNECTION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athletes also tend to be stronger and jump higher</a:t>
            </a:r>
            <a:endParaRPr lang="en-US" sz="2200" dirty="0"/>
          </a:p>
        </p:txBody>
      </p:sp>
      <p:pic>
        <p:nvPicPr>
          <p:cNvPr id="4" name="Image 0" descr="/home/claude/analysis/figures/fig7_speed_strength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1064240" cy="3337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speed, muscular strength, and jumping ability are all positively intercorrelated (ρ ≈ 0.28–0.29), pointing to a shared underlying power/explosiveness quality — while each still adds independent predictive value for performance.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2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&amp; TRAINING DOSE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helps — but the effect is modest next to raw physical capacity</a:t>
            </a:r>
            <a:endParaRPr lang="en-US" sz="2100" dirty="0"/>
          </a:p>
        </p:txBody>
      </p:sp>
      <p:pic>
        <p:nvPicPr>
          <p:cNvPr id="4" name="Image 0" descr="/home/claude/analysis/figures/fig5_training_d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1106424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4937760"/>
            <a:ext cx="10515600" cy="1188720"/>
          </a:xfrm>
          <a:prstGeom prst="roundRect">
            <a:avLst>
              <a:gd name="adj" fmla="val 4615"/>
            </a:avLst>
          </a:prstGeom>
          <a:solidFill>
            <a:srgbClr val="F4F7F8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5074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heart rate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only a weak association with performance (ρ = −0.11) and was essentially uncorrelated with endurance or sprint speed — it carries little independent signal in this dataset.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2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SPORT-SPECIFIC PATTERNS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Surprise: the same traits predict performance in every sport</a:t>
            </a:r>
            <a:endParaRPr lang="en-US" sz="2300" dirty="0"/>
          </a:p>
        </p:txBody>
      </p:sp>
      <p:pic>
        <p:nvPicPr>
          <p:cNvPr id="4" name="Image 0" descr="/home/claude/analysis/figures/fig4_sport_predicto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417320"/>
            <a:ext cx="6675120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2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H5 was not supported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speed, muscular strength, and jumping ability were the top three predictors in all eight sports (Athletics through Volleyball), with nearly identical correlation sizes.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20116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7490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one-way ANOVA found no difference in mean performance rank across sports (F = 0.30, p = .95).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points to a generalized athleticism factor — not sport-specific performance profiles — in this dataset.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2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PERFORMANCE CATEGORY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predict performance from physical + training data?</a:t>
            </a:r>
            <a:endParaRPr lang="en-US" sz="2200" dirty="0"/>
          </a:p>
        </p:txBody>
      </p:sp>
      <p:pic>
        <p:nvPicPr>
          <p:cNvPr id="4" name="Image 0" descr="/home/claude/analysis/figures/fig3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463040"/>
            <a:ext cx="6675120" cy="5257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2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54.8% accuracy — 2.7× better than chance</a:t>
            </a:r>
            <a:endParaRPr lang="en-US" sz="2400" dirty="0"/>
          </a:p>
        </p:txBody>
      </p:sp>
      <p:pic>
        <p:nvPicPr>
          <p:cNvPr id="4" name="Image 0" descr="/home/claude/analysis/figures/fig6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760720" cy="5166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5120" y="192024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D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
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 • 5-fold cross-validation • stratified 75/25 split
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categories are easy:
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84% correct  •  Excellent: 81% correct
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categories blend together —
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errors fall on adjacent tiers, consistent with performance being a continuum artificially cut into five labels.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2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study can't tell 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9280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data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313432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Associations only — training cannot be shown to cause higher performance.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19272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F4F7F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29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narrow population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3849624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athletes aged 17–25 from one country; may not generalize to elite or younger athletes.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855464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F4F7F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96519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sport uniformity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68680" y="5385816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predictor patterns across sports may reflect a generic fitness composite rather than sport-specific performance.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2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3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beats volume; general athleticism beats specialization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203911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power (speed, strength, jump) is the strongest, most consistent correlate of performance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2432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dose matters, but its marginal association is modest once physical capacity is accounted for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355848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82696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physical profile predicts success across all eight sports studied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32504"/>
            <a:ext cx="201168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2611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654296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Sport-specific performance metrics  •  Longitudinal training records  •  Technique-level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2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2026-09-28T00:43:47Z</dcterms:created>
  <dcterms:modified xsi:type="dcterms:W3CDTF">2026-09-28T00:43:47Z</dcterms:modified>
</cp:coreProperties>
</file>